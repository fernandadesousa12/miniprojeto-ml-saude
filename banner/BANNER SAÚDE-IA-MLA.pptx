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6975" cx="324040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7" roundtripDataSignature="AMtx7mg7gAiXRlcQOuFzxSflyr5wm+0+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695325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2143125" y="695325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"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 rot="5400000">
            <a:off x="8705056" y="16517144"/>
            <a:ext cx="36863338" cy="7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 rot="5400000">
            <a:off x="-5951537" y="9302751"/>
            <a:ext cx="36863338" cy="217185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 rot="5400000">
            <a:off x="1944687" y="9756775"/>
            <a:ext cx="28513087" cy="291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/>
          <p:nvPr>
            <p:ph idx="2" type="pic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620838" y="10080625"/>
            <a:ext cx="14503400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6276638" y="10080625"/>
            <a:ext cx="14504987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5100"/>
              <a:buNone/>
              <a:defRPr/>
            </a:lvl1pPr>
            <a:lvl2pPr lvl="1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3200"/>
              <a:buNone/>
              <a:defRPr/>
            </a:lvl2pPr>
            <a:lvl3pPr lvl="2" algn="ctr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1300"/>
              <a:buNone/>
              <a:defRPr/>
            </a:lvl3pPr>
            <a:lvl4pPr lvl="3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4pPr>
            <a:lvl5pPr lvl="4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5pPr>
            <a:lvl6pPr lvl="5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6pPr>
            <a:lvl7pPr lvl="6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7pPr>
            <a:lvl8pPr lvl="7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8pPr>
            <a:lvl9pPr lvl="8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11071225" y="40044687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t/>
            </a:r>
            <a:endParaRPr b="0" i="0" sz="8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7.png"/><Relationship Id="rId10" Type="http://schemas.openxmlformats.org/officeDocument/2006/relationships/image" Target="../media/image5.png"/><Relationship Id="rId12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developers.google.com/machine-learning/crash-course?hl=pt-BR&amp;utm_source=chatgpt.com" TargetMode="External"/><Relationship Id="rId7" Type="http://schemas.openxmlformats.org/officeDocument/2006/relationships/hyperlink" Target="https://scikit-learn.org/stable/user_guide.html?utm_source=chatgpt.com" TargetMode="External"/><Relationship Id="rId8" Type="http://schemas.openxmlformats.org/officeDocument/2006/relationships/hyperlink" Target="https://www.ibm.com/br-pt/think/topics/machine-learning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" title="topo-banner-cet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5" y="17450"/>
            <a:ext cx="32292951" cy="4320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59238" y="344909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06838" y="1446938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988" y="24565130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 title="topo-cetam-bann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5" y="-800"/>
            <a:ext cx="32292949" cy="1710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00" y="16518829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4438" y="60302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00" y="6063475"/>
            <a:ext cx="14287499" cy="7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10261600" y="277925"/>
            <a:ext cx="12117300" cy="24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AMOSTRA DE BANNERS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CURSO TÉCNICO EM 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INTELIGÊNCIA ARTIFICAL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255712" y="3144837"/>
            <a:ext cx="300753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1" lang="en-US" sz="7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Predição de Diabetes: Análise e Comparação de Modelos de Classificação </a:t>
            </a:r>
            <a:endParaRPr b="0" i="0" sz="7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4827587" y="4619625"/>
            <a:ext cx="22682100" cy="24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lang="en-US" sz="5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Erickson Carlos, Fernanda Sousa, Victor Matheus </a:t>
            </a:r>
            <a:endParaRPr b="1" i="0" sz="5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Escola de Educação Profissional e Tecnológica Aníbal Beça - CETAM</a:t>
            </a:r>
            <a:b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Curso Técnico em Inteligência Artificial </a:t>
            </a:r>
            <a:b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Manaus – AM, Brasil </a:t>
            </a:r>
            <a:endParaRPr b="0" i="0" sz="3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E-mail para contato: fernandadesousaaa12@gmail.com </a:t>
            </a:r>
            <a:endParaRPr b="0" i="0" sz="34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739900" y="8667750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144693" y="27295475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06550" y="19199204"/>
            <a:ext cx="53577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55712" y="10317162"/>
            <a:ext cx="14287500" cy="8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/>
              <a:t>A diabetes é uma doença crônica que afeta milhões de pessoas em todo o mundo e representa um importante desafio para os sistemas de saúde. Com o avanço da Inteligência Artificial e do Machine Learning, tornou-se possível analisar grandes volumes de dados para identificar padrões e prever a ocorrência de doenças. Neste trabalho, foi utilizado um conjunto de dados contendo informações relacionadas à saúde, hábitos de vida e características demográficas dos indivíduos. O objetivo é desenvolver modelos capazes de prever a presença de diabetes, auxiliando na identificação precoce de pessoas em situação de risco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55700" y="20643225"/>
            <a:ext cx="14287500" cy="6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/>
              <a:t>Objetivo Geral: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Desenvolver e avaliar modelos de Machine Learning para prever a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ocorrência de diabetes.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/>
              <a:t>Objetivos Específicos: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Realizar análise exploratória dos dados;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Identificar variáveis relacionadas ao diabetes;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Aplicar técnicas de pré-processamento;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Treinar e comparar diferentes modelos de classificação;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Avaliar o desempenho dos modelos por meio de métricas apropriadas</a:t>
            </a:r>
            <a:endParaRPr sz="3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700"/>
          </a:p>
        </p:txBody>
      </p:sp>
      <p:sp>
        <p:nvSpPr>
          <p:cNvPr id="89" name="Google Shape;89;p1"/>
          <p:cNvSpPr txBox="1"/>
          <p:nvPr/>
        </p:nvSpPr>
        <p:spPr>
          <a:xfrm>
            <a:off x="1255712" y="28827412"/>
            <a:ext cx="142875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A metodologia seguiu o fluxo padrão de Ciência de Dados: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Passos Metodológicos: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1. Carga &amp; Tradução: Obtenção via kagglehub e tradução de 22 colunas;</a:t>
            </a:r>
            <a:br>
              <a:rPr lang="en-US" sz="3200"/>
            </a:br>
            <a:r>
              <a:rPr lang="en-US" sz="3200"/>
              <a:t>2. Divisão do Dataset: 80% treino e 20% teste com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estratificação (stratify=y, seed=42);</a:t>
            </a:r>
            <a:br>
              <a:rPr lang="en-US" sz="3200"/>
            </a:br>
            <a:r>
              <a:rPr lang="en-US" sz="3200"/>
              <a:t>3. Normalização: Ajuste de escala com StandardScaler;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4. Modelagem: Treinamento dos algoritmos de Regressão Logística e Random Forest.</a:t>
            </a:r>
            <a:endParaRPr sz="3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/>
          </a:p>
        </p:txBody>
      </p:sp>
      <p:sp>
        <p:nvSpPr>
          <p:cNvPr id="90" name="Google Shape;90;p1"/>
          <p:cNvSpPr txBox="1"/>
          <p:nvPr/>
        </p:nvSpPr>
        <p:spPr>
          <a:xfrm>
            <a:off x="17268825" y="8705850"/>
            <a:ext cx="1428750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1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759250" y="10166750"/>
            <a:ext cx="14287500" cy="7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O Machine Learning é uma área da Inteligência Artificial que identifica padrões em dados para realizar previsões. Na saúde, pode auxiliar na análise de indicadores relacionados a doenças.</a:t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Neste estudo, utiliza-se classificação binária para identificar registros com e sem diabetes, aplicando os modelos Regressão Logística e Random Forest. O desempenho é analisado por métricas como acurácia, AUC-ROC, precisão, recall e F1-score.</a:t>
            </a:r>
            <a:endParaRPr sz="4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/>
          </a:p>
        </p:txBody>
      </p:sp>
      <p:sp>
        <p:nvSpPr>
          <p:cNvPr id="92" name="Google Shape;92;p1"/>
          <p:cNvSpPr txBox="1"/>
          <p:nvPr/>
        </p:nvSpPr>
        <p:spPr>
          <a:xfrm>
            <a:off x="17043400" y="17171975"/>
            <a:ext cx="12960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DISCUSSÃO E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345025" y="37226875"/>
            <a:ext cx="7172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7049750" y="38835012"/>
            <a:ext cx="14287500" cy="3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BRUCE, Peter; BRUCE, Andrew; GEREN, Peter. Practical Statistics for Data Scientists. 2. ed. Sebastopol: O'Reilly, 2020.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GÉRON, Aurélien. Mãos </a:t>
            </a:r>
            <a:r>
              <a:rPr b="0" i="0" lang="en-US" sz="1800" u="none" cap="none" strike="noStrike">
                <a:solidFill>
                  <a:srgbClr val="000018"/>
                </a:solidFill>
                <a:latin typeface="Arial"/>
                <a:ea typeface="Arial"/>
                <a:cs typeface="Arial"/>
                <a:sym typeface="Arial"/>
              </a:rPr>
              <a:t>à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Obra: Aprendizado de Máquina com Scikit-Learn, Keras &amp; TensorFlow. 3. ed. Rio de Janeiro: Alta Books, 2025.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JAMES, Gareth; WITTEN, Daniela; HASTIE, Trevor; TIBSHIRANI, Robert. An Introduction to Statistical Learning: with Applications in Python. Edição de 2023. [S.I.]: Springer, 2023.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HASTIE, Trevor; TIBSHIRANI, Robert; FRIEDMAN, Jerome. The Elements of Statistical Learning. 2. ed. New York: Springer, 2009.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GOODFELLOW, Ian; BENGIO, Yoshua; COURVILLE, Aaron. Deep Learning. Cambridge: MIT Press, 2016.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MOLNAR, Christoph. Interpretable Machine Learning. 3. ed. 2025. Disponível em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https://christophm.github.io/interpretable-ml-book/..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Acesso em: 25 fev. 2026.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Google. Curso Intensivo de Machine Learning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material prático com fundamentos, regressão, classificação, preparação de dados, overfitting e exercícios.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Scikit-learn. User Guide – Machine Learning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documentação técnica sobre modelos supervisionados e não supervisionados, árvores, SVM, vizinhos, ensembles e outros métodos.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IBM. O que é aprendizado de máquina?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material introdutório sobre conceitos e aplicações de Machine Learning.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029700" y="2463725"/>
            <a:ext cx="1257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TECNOLOGIA	.	INOVAÇÃO		.	EDUCAÇÃO		.	AMAZÔNIA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80975" y="32965550"/>
            <a:ext cx="14068024" cy="899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1909750" y="42065400"/>
            <a:ext cx="1257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Figura 1: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Distribuição da variável alvo no conjunto de dados (CDC BRFSS).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860788" y="20912388"/>
            <a:ext cx="14578026" cy="268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802075" y="29956362"/>
            <a:ext cx="10201849" cy="593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970500" y="23859988"/>
            <a:ext cx="14068026" cy="5235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16860787" y="18595500"/>
            <a:ext cx="142875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/>
              <a:t>Os modelos treinados apresentaram excelente capacidade de generalização no conjunto de teste (20% dos dados):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7660774" y="29300213"/>
            <a:ext cx="13503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2: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Matrizes de confusão comparativas dos dois modelos avaliados no conjunto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7935224" y="35987788"/>
            <a:ext cx="13503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3: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fatores de risco identificados pelo modelo Random Forest.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2014-09-15T23:22:55Z</dcterms:created>
  <dc:creator>Marcia</dc:creator>
</cp:coreProperties>
</file>